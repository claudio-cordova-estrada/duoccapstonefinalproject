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iRRTYrMqVEj3y04ZyG4Mveyyjl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5f797879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5f797879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5f797879c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5f797879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137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3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3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3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5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15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5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5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5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5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5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5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5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5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5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5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5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5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5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5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5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5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5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16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1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8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9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1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9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2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0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0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20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1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2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1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2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2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52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4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2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-419"/>
              <a:t>PlanificApp</a:t>
            </a:r>
            <a:endParaRPr/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5502125" y="3437075"/>
            <a:ext cx="34707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Integrantes: Claudio Córdova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		Ian Cortés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Asignatura: Capstone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Docentes: Mabel Herrera / Juan Pablo Mellado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/>
              <a:t>Fecha: 17-04-2025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1297500" y="393750"/>
            <a:ext cx="7038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489050" y="1288775"/>
            <a:ext cx="50049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s-419" sz="2000"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b="1" lang="es-419" sz="2000">
                <a:latin typeface="Montserrat"/>
                <a:ea typeface="Montserrat"/>
                <a:cs typeface="Montserrat"/>
                <a:sym typeface="Montserrat"/>
              </a:rPr>
              <a:t>roblemática: 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La falta de organización en la vida diaria entrega problemas y poca claridad, dificultando el buen desempeño que podemos llegar a tener.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419" sz="2000">
                <a:latin typeface="Montserrat"/>
                <a:ea typeface="Montserrat"/>
                <a:cs typeface="Montserrat"/>
                <a:sym typeface="Montserrat"/>
              </a:rPr>
              <a:t>Solución: </a:t>
            </a:r>
            <a:r>
              <a:rPr lang="es-419" sz="2000">
                <a:latin typeface="Montserrat"/>
                <a:ea typeface="Montserrat"/>
                <a:cs typeface="Montserrat"/>
                <a:sym typeface="Montserrat"/>
              </a:rPr>
              <a:t>Desarrollamos un planificador automático, el cual ayudará al usuario armando un horario personalizado el cual abarque la mayor cantidad de tareas conservando la eficiencia y el bienestar. </a:t>
            </a:r>
            <a:endParaRPr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2" name="Google Shape;14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775" y="1288775"/>
            <a:ext cx="2942825" cy="294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Objetivo general</a:t>
            </a:r>
            <a:endParaRPr/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781650" y="1572550"/>
            <a:ext cx="4522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s-419" sz="2000"/>
              <a:t>Desarrollar una aplicación de escritorio de planificación semanal inteligente que permita a los usuarios generar automáticamente un cronograma semanal personalizado, equilibrado y coherente, considerando sus áreas de interés, preferencias de tiempo y necesidades de bienestar personal.</a:t>
            </a:r>
            <a:endParaRPr sz="2000"/>
          </a:p>
        </p:txBody>
      </p:sp>
      <p:pic>
        <p:nvPicPr>
          <p:cNvPr id="149" name="Google Shape;14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200" y="1122475"/>
            <a:ext cx="3431375" cy="343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Objetivos específicos</a:t>
            </a:r>
            <a:endParaRPr/>
          </a:p>
        </p:txBody>
      </p:sp>
      <p:sp>
        <p:nvSpPr>
          <p:cNvPr id="155" name="Google Shape;155;p5"/>
          <p:cNvSpPr txBox="1"/>
          <p:nvPr>
            <p:ph idx="1" type="body"/>
          </p:nvPr>
        </p:nvSpPr>
        <p:spPr>
          <a:xfrm>
            <a:off x="230750" y="1567550"/>
            <a:ext cx="6225000" cy="3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-419" sz="1500"/>
              <a:t>Reducir en un 50% el tiempo dedicado a la planificación semanal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-419" sz="1500"/>
              <a:t>En los primeros 3 meses, menos de un 40% de tareas son modificadas luego de generarse automáticamente la semana. Luego de 6 meses, será menos de 70%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-419" sz="1500"/>
              <a:t>Tener un 70% de usuarios activos con respecto del total de usuarios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-419" sz="1500"/>
              <a:t>En los primeros 3 meses, un 40% de usuarios ocupan semanalmente (3 semanas mínimo) la generación semanal. Luego de 6 meses, un 70% ocupará semanalmente la generación semanal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-419" sz="1500"/>
              <a:t>Un 40% de usuarios que hayan utilizado la versión gratuita de la aplicación decidieron pasarse a la versión de pago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s-419" sz="1500"/>
              <a:t>Un 15% de usuarios acceden a la versión de pago sin ser previamente usuarios de la versión gratuita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/>
          </a:p>
        </p:txBody>
      </p:sp>
      <p:pic>
        <p:nvPicPr>
          <p:cNvPr id="156" name="Google Shape;15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5698" y="120225"/>
            <a:ext cx="2514150" cy="150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Alcance</a:t>
            </a:r>
            <a:endParaRPr/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159100" y="1283900"/>
            <a:ext cx="6426900" cy="3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s-419" sz="1500"/>
              <a:t>Registro Multidimensional:</a:t>
            </a:r>
            <a:r>
              <a:rPr lang="es-419" sz="1500"/>
              <a:t> Captura de actividades con metadatos de tipo (trabajo, estudio, ocio, etc.), ubicación, tiempos y recordatorios.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s-419" sz="1500"/>
              <a:t>Priorización Dinámica:</a:t>
            </a:r>
            <a:r>
              <a:rPr lang="es-419" sz="1500"/>
              <a:t> Clasificación de importancia en 5 niveles: </a:t>
            </a:r>
            <a:r>
              <a:rPr i="1" lang="es-419" sz="1500"/>
              <a:t>Baja, Media, Alta, Urgente y Fija</a:t>
            </a:r>
            <a:r>
              <a:rPr lang="es-419" sz="1500"/>
              <a:t>. El sistema permite la fluctuación automática entre los tres primeros niveles según el tiempo restante.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Generación Automática: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Motor de sugerencias semanales con enfoque en </a:t>
            </a: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equilibrio de vida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Gestión de Restricciones: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Integración de feriados, horas funcionales del usuario, horas de sueño y bienestar (colación, ejercicio).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Realismo Logístico: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 Cálculo de tiempos de traslado mediante </a:t>
            </a:r>
            <a:r>
              <a:rPr b="1" lang="es-419" sz="1500">
                <a:latin typeface="Arial"/>
                <a:ea typeface="Arial"/>
                <a:cs typeface="Arial"/>
                <a:sym typeface="Arial"/>
              </a:rPr>
              <a:t>Google Maps API</a:t>
            </a:r>
            <a:r>
              <a:rPr lang="es-419" sz="1500">
                <a:latin typeface="Arial"/>
                <a:ea typeface="Arial"/>
                <a:cs typeface="Arial"/>
                <a:sym typeface="Arial"/>
              </a:rPr>
              <a:t>, considerando múltiples medios de transporte.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/>
          </a:p>
        </p:txBody>
      </p:sp>
      <p:pic>
        <p:nvPicPr>
          <p:cNvPr id="163" name="Google Shape;16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1050" y="3404000"/>
            <a:ext cx="2319024" cy="12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6950" y="826750"/>
            <a:ext cx="2253200" cy="168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Limitaciones</a:t>
            </a:r>
            <a:endParaRPr/>
          </a:p>
        </p:txBody>
      </p:sp>
      <p:sp>
        <p:nvSpPr>
          <p:cNvPr id="170" name="Google Shape;170;p7"/>
          <p:cNvSpPr txBox="1"/>
          <p:nvPr>
            <p:ph idx="1" type="body"/>
          </p:nvPr>
        </p:nvSpPr>
        <p:spPr>
          <a:xfrm>
            <a:off x="175650" y="1552525"/>
            <a:ext cx="60147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Integridad de Datos: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 El sistema </a:t>
            </a: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no eliminará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 actividades registradas para forzar el encuadre con las horas funcionales; el usuario debe gestionar sus prioridades.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Comunicación Social: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 No es una red social; se excluyen funciones de mensajería o intercambio de archivos multimedia.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Restricción Geográfica: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 Operatividad limitada exclusivamente al </a:t>
            </a: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territorio nacional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 (Chile).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Integración Externa: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 La sincronización con Google Calendar se mantiene como un módulo "por definir" (sujeto a validación docente).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-"/>
            </a:pPr>
            <a:r>
              <a:rPr b="1" lang="es-419" sz="1400">
                <a:latin typeface="Arial"/>
                <a:ea typeface="Arial"/>
                <a:cs typeface="Arial"/>
                <a:sym typeface="Arial"/>
              </a:rPr>
              <a:t>Restricciones de generación</a:t>
            </a:r>
            <a:r>
              <a:rPr lang="es-419" sz="1400">
                <a:latin typeface="Arial"/>
                <a:ea typeface="Arial"/>
                <a:cs typeface="Arial"/>
                <a:sym typeface="Arial"/>
              </a:rPr>
              <a:t>: La generación semanal solo tomará datos que se encuentren dentro de un área de interés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600"/>
          </a:p>
        </p:txBody>
      </p:sp>
      <p:pic>
        <p:nvPicPr>
          <p:cNvPr id="171" name="Google Shape;17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2575" y="819200"/>
            <a:ext cx="2648851" cy="178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2050" y="3084626"/>
            <a:ext cx="2619375" cy="17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67"/>
              <a:buNone/>
            </a:pPr>
            <a:r>
              <a:rPr lang="es-419"/>
              <a:t>Tecnologías</a:t>
            </a:r>
            <a:endParaRPr/>
          </a:p>
        </p:txBody>
      </p:sp>
      <p:sp>
        <p:nvSpPr>
          <p:cNvPr id="178" name="Google Shape;178;p8"/>
          <p:cNvSpPr txBox="1"/>
          <p:nvPr>
            <p:ph idx="1" type="body"/>
          </p:nvPr>
        </p:nvSpPr>
        <p:spPr>
          <a:xfrm>
            <a:off x="766275" y="1567550"/>
            <a:ext cx="7697700" cy="3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Lenguaje - C#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IDE - Visual Studio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Motor de BDD - MongoDB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Despliegue - Self-Contained.exe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framework - .NET 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UI Framework - WPF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Control de versiones - Git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Testing - xUnit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Paquetes - NuGet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9" name="Google Shape;17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0477" y="1409500"/>
            <a:ext cx="5399201" cy="316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Metodología</a:t>
            </a:r>
            <a:endParaRPr/>
          </a:p>
        </p:txBody>
      </p:sp>
      <p:sp>
        <p:nvSpPr>
          <p:cNvPr id="185" name="Google Shape;185;p9"/>
          <p:cNvSpPr txBox="1"/>
          <p:nvPr>
            <p:ph idx="1" type="body"/>
          </p:nvPr>
        </p:nvSpPr>
        <p:spPr>
          <a:xfrm>
            <a:off x="453600" y="1530900"/>
            <a:ext cx="5911800" cy="3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1. Gestión Ágil (Scrum):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Ciclos Iterativos: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 4 Sprints (Fase 0: 7 semanas | S1-S4: 2 semanas c/u).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Gestión del Backlog: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 Priorización de 668 puntos de historia mediante </a:t>
            </a:r>
            <a:r>
              <a:rPr i="1" lang="es-419" sz="1200">
                <a:latin typeface="Arial"/>
                <a:ea typeface="Arial"/>
                <a:cs typeface="Arial"/>
                <a:sym typeface="Arial"/>
              </a:rPr>
              <a:t>Planning Poker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2. Arquitectura y Desarrollo: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sarrollo de MVC: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 Separación 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estricta 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entre Presentación (UI escritorio, vista), Lógica de Negocio (Motor, controlador) y Datos (MongoDB, modelo).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Control de Versiones: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 Flujo de trabajo profesional en Git (ramas por funcionalidad).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es-419" sz="1200">
                <a:latin typeface="Arial"/>
                <a:ea typeface="Arial"/>
                <a:cs typeface="Arial"/>
                <a:sym typeface="Arial"/>
              </a:rPr>
              <a:t>Modelo C4</a:t>
            </a:r>
            <a:r>
              <a:rPr lang="es-419" sz="1200">
                <a:latin typeface="Arial"/>
                <a:ea typeface="Arial"/>
                <a:cs typeface="Arial"/>
                <a:sym typeface="Arial"/>
              </a:rPr>
              <a:t>: Diseño de la arquitectura de la aplicación por medio de capas.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400"/>
          </a:p>
        </p:txBody>
      </p:sp>
      <p:pic>
        <p:nvPicPr>
          <p:cNvPr id="186" name="Google Shape;18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7475" y="796650"/>
            <a:ext cx="2473801" cy="1775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6425" y="3588900"/>
            <a:ext cx="2252625" cy="108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5f797879c_1_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Módulos</a:t>
            </a:r>
            <a:endParaRPr/>
          </a:p>
        </p:txBody>
      </p:sp>
      <p:sp>
        <p:nvSpPr>
          <p:cNvPr id="193" name="Google Shape;193;g3d5f797879c_1_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g3d5f797879c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175" y="1342200"/>
            <a:ext cx="8775639" cy="317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5f797879c_1_1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Módulos</a:t>
            </a:r>
            <a:endParaRPr/>
          </a:p>
        </p:txBody>
      </p:sp>
      <p:sp>
        <p:nvSpPr>
          <p:cNvPr id="200" name="Google Shape;200;g3d5f797879c_1_1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g3d5f797879c_1_12"/>
          <p:cNvPicPr preferRelativeResize="0"/>
          <p:nvPr/>
        </p:nvPicPr>
        <p:blipFill rotWithShape="1">
          <a:blip r:embed="rId3">
            <a:alphaModFix/>
          </a:blip>
          <a:srcRect b="0" l="0" r="14435" t="0"/>
          <a:stretch/>
        </p:blipFill>
        <p:spPr>
          <a:xfrm>
            <a:off x="655525" y="1448088"/>
            <a:ext cx="7628176" cy="315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-419"/>
              <a:t>Cronograma</a:t>
            </a:r>
            <a:endParaRPr/>
          </a:p>
        </p:txBody>
      </p:sp>
      <p:sp>
        <p:nvSpPr>
          <p:cNvPr id="207" name="Google Shape;207;p10"/>
          <p:cNvSpPr txBox="1"/>
          <p:nvPr>
            <p:ph idx="1" type="body"/>
          </p:nvPr>
        </p:nvSpPr>
        <p:spPr>
          <a:xfrm>
            <a:off x="1297500" y="1567550"/>
            <a:ext cx="6396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208" name="Google Shape;20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049" y="1003775"/>
            <a:ext cx="6815575" cy="38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/>
              <a:t>Palabras finales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